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E1D6-EC60-4668-870C-21EC450BCA1C}" type="datetimeFigureOut">
              <a:rPr lang="en-US" smtClean="0"/>
              <a:t>3/11/2022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983A6-9A59-4FF1-9AF9-75672DB8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28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E1D6-EC60-4668-870C-21EC450BCA1C}" type="datetimeFigureOut">
              <a:rPr lang="en-US" smtClean="0"/>
              <a:t>3/11/2022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983A6-9A59-4FF1-9AF9-75672DB8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165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E1D6-EC60-4668-870C-21EC450BCA1C}" type="datetimeFigureOut">
              <a:rPr lang="en-US" smtClean="0"/>
              <a:t>3/11/2022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983A6-9A59-4FF1-9AF9-75672DB8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11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E1D6-EC60-4668-870C-21EC450BCA1C}" type="datetimeFigureOut">
              <a:rPr lang="en-US" smtClean="0"/>
              <a:t>3/11/2022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983A6-9A59-4FF1-9AF9-75672DB8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48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E1D6-EC60-4668-870C-21EC450BCA1C}" type="datetimeFigureOut">
              <a:rPr lang="en-US" smtClean="0"/>
              <a:t>3/11/2022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983A6-9A59-4FF1-9AF9-75672DB8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064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E1D6-EC60-4668-870C-21EC450BCA1C}" type="datetimeFigureOut">
              <a:rPr lang="en-US" smtClean="0"/>
              <a:t>3/11/2022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983A6-9A59-4FF1-9AF9-75672DB8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215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E1D6-EC60-4668-870C-21EC450BCA1C}" type="datetimeFigureOut">
              <a:rPr lang="en-US" smtClean="0"/>
              <a:t>3/11/2022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983A6-9A59-4FF1-9AF9-75672DB8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472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E1D6-EC60-4668-870C-21EC450BCA1C}" type="datetimeFigureOut">
              <a:rPr lang="en-US" smtClean="0"/>
              <a:t>3/11/2022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983A6-9A59-4FF1-9AF9-75672DB8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25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E1D6-EC60-4668-870C-21EC450BCA1C}" type="datetimeFigureOut">
              <a:rPr lang="en-US" smtClean="0"/>
              <a:t>3/11/2022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983A6-9A59-4FF1-9AF9-75672DB8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551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E1D6-EC60-4668-870C-21EC450BCA1C}" type="datetimeFigureOut">
              <a:rPr lang="en-US" smtClean="0"/>
              <a:t>3/11/2022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983A6-9A59-4FF1-9AF9-75672DB8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E1D6-EC60-4668-870C-21EC450BCA1C}" type="datetimeFigureOut">
              <a:rPr lang="en-US" smtClean="0"/>
              <a:t>3/11/2022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983A6-9A59-4FF1-9AF9-75672DB8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58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1CE1D6-EC60-4668-870C-21EC450BCA1C}" type="datetimeFigureOut">
              <a:rPr lang="en-US" smtClean="0"/>
              <a:t>3/11/2022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983A6-9A59-4FF1-9AF9-75672DB8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726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Lab Task 7 – K Means Clustering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160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marL="0" indent="0" algn="just">
              <a:buNone/>
            </a:pPr>
            <a:r>
              <a:rPr lang="en-US" dirty="0" smtClean="0"/>
              <a:t>Apply K Means Clustering for the columns (variables) bore diameter and price of the vehicle. Identify the optimum number of clusters. Use the dataset provided.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954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37</Words>
  <Application>Microsoft Office PowerPoint</Application>
  <PresentationFormat>On-screen Show (4:3)</PresentationFormat>
  <Paragraphs>2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Lab Task 7 – K Means Clustering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Task 7 – K Means Clustering</dc:title>
  <dc:creator>Admin</dc:creator>
  <cp:lastModifiedBy>Admin</cp:lastModifiedBy>
  <cp:revision>3</cp:revision>
  <dcterms:created xsi:type="dcterms:W3CDTF">2022-03-08T11:14:07Z</dcterms:created>
  <dcterms:modified xsi:type="dcterms:W3CDTF">2022-03-11T05:41:55Z</dcterms:modified>
</cp:coreProperties>
</file>